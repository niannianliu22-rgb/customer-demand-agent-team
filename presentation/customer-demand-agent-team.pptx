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Inter" pitchFamily="2" charset="0"/>
      <p:regular r:id="rId15"/>
      <p:italic r:id="rId16"/>
    </p:embeddedFont>
    <p:embeddedFont>
      <p:font typeface="Fraunces" pitchFamily="2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2021384"/>
            <a:ext cx="10729020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4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客户需求分析 Agent Team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490" y="3236119"/>
            <a:ext cx="10729020" cy="571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6C8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从历史业务数据，到 Forecast 与可执行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490" y="4036368"/>
            <a:ext cx="10729020" cy="571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0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Agents · 9 Gates · 153 Forecast · 30 Action</a:t>
            </a:r>
            <a:endParaRPr lang="en-US" sz="30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数据很多，决策却缺少下一步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490" y="1587103"/>
            <a:ext cx="10729020" cy="5204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490" y="6791623"/>
            <a:ext cx="1072902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8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业务问题 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0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谁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0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何时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0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需要什么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0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做什么</a:t>
            </a:r>
            <a:endParaRPr lang="en-US" sz="188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这不是一个 Prompt 可以完成的任务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490" y="1587103"/>
            <a:ext cx="10943600" cy="207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Agent ×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Team ✓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数据、判断、预测混在一起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职责明确、产物接力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容易跳过校验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阻断不合格输入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结论难回溯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全程可追踪、可恢复 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731490" y="3665637"/>
            <a:ext cx="1072902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8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核心转变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从“一次回答”到“可重复运行的业务 Workflow”</a:t>
            </a:r>
            <a:endParaRPr lang="en-US" sz="188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 个 Agent，一眼看懂团队分工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490" y="1587103"/>
            <a:ext cx="10729020" cy="5204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从 Input 到 Action：一条被 Gate 守住的主链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490" y="1587103"/>
            <a:ext cx="10729020" cy="5204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490" y="6791623"/>
            <a:ext cx="1072902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8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历史咨询数据 → </a:t>
            </a:r>
            <a:pPr algn="l" indent="0" marL="0">
              <a:lnSpc>
                <a:spcPct val="150000"/>
              </a:lnSpc>
              <a:buNone/>
            </a:pPr>
            <a:r>
              <a:rPr lang="en-US" sz="188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Forecast + Action Plan</a:t>
            </a:r>
            <a:endParaRPr lang="en-US" sz="188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六个机制，让 Agent Team 成为可运行系统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490" y="1587103"/>
            <a:ext cx="10729020" cy="5204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结果不止是数据，而是下一步行动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490" y="1587103"/>
            <a:ext cx="10943600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153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Forecast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0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Action Plan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国家 · 学校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需求机会转运营动作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优先级 · 时间窗口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任务类型 · 时间窗口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学校 · 具体需求 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731490" y="3128963"/>
            <a:ext cx="1072902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8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9 Gates Passed</a:t>
            </a:r>
            <a:pPr algn="l" indent="0" marL="0">
              <a:lnSpc>
                <a:spcPct val="150000"/>
              </a:lnSpc>
              <a:buNone/>
            </a:pPr>
            <a:r>
              <a:rPr lang="en-US" sz="188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数据质量 Gate：PASS_WITH_WARNINGS，40 条告警已留痕并向下游传递</a:t>
            </a:r>
            <a:endParaRPr lang="en-US" sz="188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1990"/>
            <a:ext cx="10729020" cy="520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38" kern="0" dirty="0">
                <a:solidFill>
                  <a:srgbClr val="F6F7F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从 AI 回答问题，到 Agent Team 完成业务流程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490" y="1587103"/>
            <a:ext cx="10943600" cy="207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人工一次性分析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可重复运行 Workflow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 Agent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13-Agent Team </a:t>
            </a:r>
            <a:endParaRPr lang="en-US" sz="1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数据结果 </a:t>
            </a:r>
            <a:pPr algn="l" indent="0" marL="0">
              <a:lnSpc>
                <a:spcPct val="150000"/>
              </a:lnSpc>
              <a:buNone/>
            </a:pPr>
            <a:r>
              <a:rPr lang="en-US" sz="1540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540" b="1" dirty="0">
                <a:solidFill>
                  <a:srgbClr val="F6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+ Action 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731490" y="3665637"/>
            <a:ext cx="10729020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60" i="1" dirty="0">
                <a:solidFill>
                  <a:srgbClr val="9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Team 的价值：把复杂业务拆成可分工、可校验、可追踪、可恢复的执行系统。</a:t>
            </a:r>
            <a:endParaRPr lang="en-US" sz="216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客户需求分析 Agent Team</dc:title>
  <dc:subject>PptxGenJS Presentation</dc:subject>
  <dc:creator>PptxGenJS</dc:creator>
  <cp:lastModifiedBy>PptxGenJS</cp:lastModifiedBy>
  <cp:revision>1</cp:revision>
  <dcterms:created xsi:type="dcterms:W3CDTF">2026-08-24T16:23:47Z</dcterms:created>
  <dcterms:modified xsi:type="dcterms:W3CDTF">2026-08-24T16:23:47Z</dcterms:modified>
</cp:coreProperties>
</file>